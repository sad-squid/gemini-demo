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4285F4"/>
                </a:solidFill>
                <a:latin typeface="Arial"/>
              </a:defRPr>
            </a:pPr>
            <a:r>
              <a:t>Local Lens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 b="0">
                <a:solidFill>
                  <a:srgbClr val="5F6368"/>
                </a:solidFill>
                <a:latin typeface="Arial"/>
              </a:defRPr>
            </a:pPr>
            <a:r>
              <a:t>Hyperlocalized Context Builder from Everyday Photos</a:t>
            </a:r>
          </a:p>
          <a:p>
            <a:pPr>
              <a:defRPr sz="2000" b="0">
                <a:solidFill>
                  <a:srgbClr val="5F6368"/>
                </a:solidFill>
                <a:latin typeface="Arial"/>
              </a:defRPr>
            </a:pPr>
            <a:r>
              <a:t>Gemini AI Tokyo Hackathon 2026</a:t>
            </a:r>
          </a:p>
          <a:p>
            <a:pPr>
              <a:defRPr sz="2000" b="0">
                <a:solidFill>
                  <a:srgbClr val="5F6368"/>
                </a:solidFill>
                <a:latin typeface="Arial"/>
              </a:defRPr>
            </a:pPr>
          </a:p>
          <a:p>
            <a:pPr>
              <a:defRPr sz="2000" b="0">
                <a:solidFill>
                  <a:srgbClr val="5F6368"/>
                </a:solidFill>
                <a:latin typeface="Arial"/>
              </a:defRPr>
            </a:pPr>
            <a:r>
              <a:t>Developer: Cuong Duong (cuongduong.git@gmail.com)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EA4335"/>
                </a:solidFill>
                <a:latin typeface="Arial"/>
              </a:defRPr>
            </a:pPr>
            <a:r>
              <a:t>1.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Physical Discoveries Fade Quickly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You walk down the street and see a flyer for an underground concert or event.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You snap a picture, but it just sits in your camera roll.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There is no instant, frictionless way to convert visual, real-world objects into mapped, actionable, and structured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34A853"/>
                </a:solidFill>
                <a:latin typeface="Arial"/>
              </a:defRPr>
            </a:pPr>
            <a:r>
              <a:t>2. The Solution: Local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From Raw Pixel to Enriched Intelligence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Local Lens instantly bridges the physical world with a digital, interactive hyperlocal map.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Upload a single photo: Local Lens uses Multimodal Gemini AI to generate a structured model.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Agentic Search fetches the missing pieces (coordinates, links, schedules) autonomously.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BBC05"/>
                </a:solidFill>
                <a:latin typeface="Arial"/>
              </a:defRPr>
            </a:pPr>
            <a:r>
              <a:t>3. How It Works (The 3-Step Magic)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1. Capture &amp; Parse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User uploads a photo. Gemini Vision API instantly extracts unstructured text to precise JSON.</a:t>
            </a:r>
          </a:p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2. Agentic Enrichment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Autonomous agent queries the web to find exact geo-coordinates and ticketing links.</a:t>
            </a:r>
          </a:p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3. Interactive Map &amp; Concierge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Data drops onto a live map. Users ask the Local Lens Chatbot for recommendations based purely on uploaded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4285F4"/>
                </a:solidFill>
                <a:latin typeface="Arial"/>
              </a:defRPr>
            </a:pPr>
            <a:r>
              <a:t>4. Architecture &amp; 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Powered by Google Cloud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Frontend: React/Next.js with interactive Mapbox UI.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Backend: Node.js/Express API orchestration.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AI &amp; Agents: Gemini Multimodal Vision API &amp; Gemini Text API (Chatbot).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Database: Google Cloud Firestore (Venues, events, geo-indices).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Infrastructure: Google Cloud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4285F4"/>
                </a:solidFill>
                <a:latin typeface="Arial"/>
              </a:defRPr>
            </a:pPr>
            <a:r>
              <a:t>5. Innovation: Why Local Lens Stands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Leveraging the Latest Gemini Capabilities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Multimodal Generation: The AI sees the flyer, understands visual hierarchy, and extracts meaning automatically.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Managed Agent Workflows: Background agents actively crawl the web to find missing context.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Grounded Chat: Local Lens concierge grounds its answers in entities stored in our Firestore.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4285F4"/>
                </a:solidFill>
                <a:latin typeface="Arial"/>
              </a:defRPr>
            </a:pPr>
            <a:r>
              <a:t>6. Core Features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What you can do: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Snap &amp; Build: Frictionless visual ingestion of data.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Pulse Feed &amp; Vibe Filters: Explore Tokyo events by vibe (e.g., Cyberpunk, Cozy, Underground).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Local Lens Concierge: Ask 'What acoustic gigs are near Shibuya tonight?'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Real-time Shared Map: A collaborative map built entirely from user-submitted photography.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4285F4"/>
                </a:solidFill>
                <a:latin typeface="Arial"/>
              </a:defRPr>
            </a:pPr>
            <a:r>
              <a:t>7. Demo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What You'll See in the Video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Uploading a raw, complex event flyer image.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UI displaying the successfully structured JSON extraction.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Background agent enriching location into latitude/longitude coordinates.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Event dynamically popping up on our interactive map.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Asking Local Lens Chatbot to plan an itinerary.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4285F4"/>
                </a:solidFill>
                <a:latin typeface="Arial"/>
              </a:defRPr>
            </a:pPr>
            <a:r>
              <a:t>8. 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Ready to explore the real world, better.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Developer: Cuong Duong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Source Code: github.com/sad-squid/gemini-demo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Live Portal: Local Lens App</a:t>
            </a:r>
          </a:p>
          <a:p>
            <a:pPr lvl="1">
              <a:defRPr sz="1800" b="0">
                <a:solidFill>
                  <a:srgbClr val="202124"/>
                </a:solidFill>
                <a:latin typeface="Arial"/>
              </a:defRPr>
            </a:pPr>
            <a:r>
              <a:t>- (All hackathon requirements—Google Cloud usage, Innovation, and Completeness—have been met!)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